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Inter" panose="020B0604020202020204" charset="0"/>
      <p:regular r:id="rId13"/>
    </p:embeddedFont>
    <p:embeddedFont>
      <p:font typeface="Petrona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95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76003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Simple Calendar Application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5119" y="261892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Capgemini Java Developer Programming Assignment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05212"/>
            <a:ext cx="638175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007E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014936" y="3052465"/>
            <a:ext cx="91573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8+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634136" y="3005212"/>
            <a:ext cx="584225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007E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23954" y="3052465"/>
            <a:ext cx="86178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MAVEN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289203" y="3005212"/>
            <a:ext cx="616818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007E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79021" y="3052465"/>
            <a:ext cx="8943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JUNIT 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76863" y="3005212"/>
            <a:ext cx="104953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007E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66681" y="3052465"/>
            <a:ext cx="13271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STORAGE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925119" y="344060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Sahil Raorane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505048"/>
            <a:ext cx="3829645" cy="421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Overview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49610" y="1159446"/>
            <a:ext cx="86943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command-line appointment management system with event scheduling, conflict detection, and persistent JSON storage.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610" y="1486346"/>
            <a:ext cx="256952" cy="256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610" y="1888778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Create Events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49610" y="2169319"/>
            <a:ext cx="265122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appointments with title, start time, and end time.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6313" y="1486346"/>
            <a:ext cx="256952" cy="2569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46313" y="1888778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Overlap Prevention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46313" y="2169319"/>
            <a:ext cx="265129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prevents conflicting appointments from being created.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3092" y="1486346"/>
            <a:ext cx="256952" cy="2569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3092" y="1888778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Daily Event Listing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043092" y="2169319"/>
            <a:ext cx="265122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all events for today or any selected date.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610" y="2794025"/>
            <a:ext cx="256952" cy="2569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49610" y="3196456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Available Slot Finder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49610" y="3476997"/>
            <a:ext cx="265122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next available time slot based on a specified duration.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46313" y="2794025"/>
            <a:ext cx="256952" cy="2569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46313" y="3196456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Event Management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3246313" y="3476997"/>
            <a:ext cx="265129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Search, update, and delete existing events.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3092" y="2794025"/>
            <a:ext cx="256952" cy="25695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43092" y="3196456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Persistence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043092" y="3476997"/>
            <a:ext cx="265122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event data in JSON and automatically restore it on application startup.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49610" y="3999830"/>
            <a:ext cx="8244780" cy="507653"/>
          </a:xfrm>
          <a:prstGeom prst="roundRect">
            <a:avLst>
              <a:gd name="adj" fmla="val 10629"/>
            </a:avLst>
          </a:prstGeom>
          <a:solidFill>
            <a:srgbClr val="B3E5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048" y="4160118"/>
            <a:ext cx="200695" cy="16058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07182" y="4148286"/>
            <a:ext cx="6286649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Extended Functionality: Search, Update, Delete, and Remaining Events View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8630"/>
            <a:ext cx="324817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252" y="856952"/>
            <a:ext cx="5499348" cy="25825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65355" y="2741403"/>
            <a:ext cx="1266980" cy="158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CLI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952180" y="2942679"/>
            <a:ext cx="1480154" cy="211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Command-line input and navigation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749014" y="2373208"/>
            <a:ext cx="1266980" cy="158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CalendarApp.java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49014" y="2574484"/>
            <a:ext cx="1442614" cy="10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layer handling UI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2165271" y="1989762"/>
            <a:ext cx="1266980" cy="158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CalendarService.java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952097" y="2191038"/>
            <a:ext cx="1480154" cy="10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 and validation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749014" y="1536599"/>
            <a:ext cx="1266980" cy="15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Event.java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49014" y="1737875"/>
            <a:ext cx="1442614" cy="10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model for events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165355" y="1185331"/>
            <a:ext cx="1266980" cy="158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events.json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952180" y="1386606"/>
            <a:ext cx="1480154" cy="105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event storage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903759" y="3529161"/>
            <a:ext cx="3628355" cy="593006"/>
          </a:xfrm>
          <a:prstGeom prst="roundRect">
            <a:avLst>
              <a:gd name="adj" fmla="val 753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14785" y="3640187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CalendarApp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14785" y="3862313"/>
            <a:ext cx="34063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menu navigation and user input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11812" y="3529161"/>
            <a:ext cx="3628355" cy="593006"/>
          </a:xfrm>
          <a:prstGeom prst="roundRect">
            <a:avLst>
              <a:gd name="adj" fmla="val 753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22837" y="3640187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CalendarService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22837" y="3862313"/>
            <a:ext cx="34063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Validation, overlap detection, and slot finding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903759" y="4201864"/>
            <a:ext cx="3628355" cy="593006"/>
          </a:xfrm>
          <a:prstGeom prst="roundRect">
            <a:avLst>
              <a:gd name="adj" fmla="val 753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14785" y="4312890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Event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14785" y="4535016"/>
            <a:ext cx="34063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model containing title, date, start, and end time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611812" y="4201864"/>
            <a:ext cx="3628355" cy="593006"/>
          </a:xfrm>
          <a:prstGeom prst="roundRect">
            <a:avLst>
              <a:gd name="adj" fmla="val 753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22837" y="4312890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JSON Storage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722837" y="4535016"/>
            <a:ext cx="34063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Persists events between application runs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3346"/>
            <a:ext cx="3422675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Structure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74489" y="938957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Folder Tree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74489" y="1225525"/>
            <a:ext cx="3759622" cy="3473351"/>
          </a:xfrm>
          <a:prstGeom prst="roundRect">
            <a:avLst>
              <a:gd name="adj" fmla="val 136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8908" y="1225525"/>
            <a:ext cx="3770784" cy="3473351"/>
          </a:xfrm>
          <a:prstGeom prst="roundRect">
            <a:avLst>
              <a:gd name="adj" fmla="val 48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0071" y="1338486"/>
            <a:ext cx="3488457" cy="3247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events.json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main/java/com/calendar/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model/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Event.java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service/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CalendarService.java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storage/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FileStorage.java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CalendarApp.java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test/java/com/calendar/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CalendarServiceTest.java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pom.xml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run.bat</a:t>
            </a:r>
            <a:endParaRPr lang="en-US" sz="850" dirty="0">
              <a:solidFill>
                <a:srgbClr val="002060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206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run-tests.bat</a:t>
            </a:r>
            <a:endParaRPr lang="en-US" sz="85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714503" y="938957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Component Roles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14503" y="1214289"/>
            <a:ext cx="3759622" cy="194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Event.java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Represents calendar events with title, date, start time, and end time.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CalendarService.java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Handles event validation, overlap detection, scheduling logic, and available slot calculation.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FileStorage.java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Reads and writes event data to JSON for persistence.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CalendarApp.java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Command-line interface and application entry point.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CalendarServiceTest.java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JUnit 5 tests for validating business logic and application behavior.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events.json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Stores event data between application runs.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37914"/>
            <a:ext cx="3422675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Algorithms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74489" y="1330151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Overlap Detection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74489" y="1605483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event is rejected when it conflicts with any existing appointment.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74489" y="2031429"/>
            <a:ext cx="3759622" cy="867817"/>
          </a:xfrm>
          <a:prstGeom prst="roundRect">
            <a:avLst>
              <a:gd name="adj" fmla="val 5467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0" y="2192759"/>
            <a:ext cx="141163" cy="1129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1574" y="2140595"/>
            <a:ext cx="3279577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events overlap when: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A.Start Time  &lt; B.End Time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B.Start Time &lt; A.End Time   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74489" y="3000449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 Available Slot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74489" y="3275781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 events by start time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for gaps between consecutive events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the first slot matching the requested duration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74489" y="3927053"/>
            <a:ext cx="3759622" cy="380702"/>
          </a:xfrm>
          <a:prstGeom prst="roundRect">
            <a:avLst>
              <a:gd name="adj" fmla="val 12463"/>
            </a:avLst>
          </a:prstGeom>
          <a:solidFill>
            <a:srgbClr val="B3E5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50" y="4088383"/>
            <a:ext cx="141163" cy="1129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41574" y="4036219"/>
            <a:ext cx="373677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Complexity: O(n)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503" y="944761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84721"/>
            <a:ext cx="3597101" cy="3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Run, Test &amp; Verify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5219" y="1029519"/>
            <a:ext cx="20271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Build &amp; Run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45219" y="1339230"/>
            <a:ext cx="3980780" cy="415528"/>
          </a:xfrm>
          <a:prstGeom prst="roundRect">
            <a:avLst>
              <a:gd name="adj" fmla="val 1209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9266" y="1339230"/>
            <a:ext cx="3992687" cy="415528"/>
          </a:xfrm>
          <a:prstGeom prst="roundRect">
            <a:avLst>
              <a:gd name="adj" fmla="val 431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8764" y="1458813"/>
            <a:ext cx="415089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run.bat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5219" y="1868239"/>
            <a:ext cx="3980780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 (Maven):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mvn clean package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-jar target/calendar-app.jar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5219" y="2498229"/>
            <a:ext cx="20271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Run Tests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5219" y="2807940"/>
            <a:ext cx="3980780" cy="415528"/>
          </a:xfrm>
          <a:prstGeom prst="roundRect">
            <a:avLst>
              <a:gd name="adj" fmla="val 1209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9266" y="2807940"/>
            <a:ext cx="3992687" cy="415528"/>
          </a:xfrm>
          <a:prstGeom prst="roundRect">
            <a:avLst>
              <a:gd name="adj" fmla="val 431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8764" y="2927524"/>
            <a:ext cx="415089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run-tests.bat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5219" y="3336950"/>
            <a:ext cx="398078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 (Maven):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mvn test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22614" y="1029519"/>
            <a:ext cx="20302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Verification Checklist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7411" y="1345109"/>
            <a:ext cx="179412" cy="1794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11279" y="1339230"/>
            <a:ext cx="35921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new event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7411" y="1911623"/>
            <a:ext cx="179412" cy="1794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11279" y="1905744"/>
            <a:ext cx="35921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overlapping appointments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7411" y="2478137"/>
            <a:ext cx="179412" cy="1794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11279" y="2472258"/>
            <a:ext cx="35921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events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7411" y="3044651"/>
            <a:ext cx="179412" cy="1794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11279" y="3038773"/>
            <a:ext cx="35921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next available slot</a:t>
            </a:r>
            <a:endParaRPr lang="en-US" sz="9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7411" y="3611166"/>
            <a:ext cx="179412" cy="1794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11279" y="3605287"/>
            <a:ext cx="35921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Search, update, and delete events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08496" y="4302918"/>
            <a:ext cx="20271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Seed Data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08496" y="4525639"/>
            <a:ext cx="8698781" cy="51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events are stored in events.json and loaded automatically when the application starts. 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Seed data is pre-loaded for 06/10/2026, 06/11/2026, and 06/12/2026. If you are running this application after these dates, 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please update data/</a:t>
            </a:r>
            <a:r>
              <a:rPr lang="en-US" sz="9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events.json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future dates accordingly.</a:t>
            </a:r>
            <a:endParaRPr lang="en-US" sz="9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35BEA2F4-9941-B9A6-2014-7A148B4D27D7}"/>
              </a:ext>
            </a:extLst>
          </p:cNvPr>
          <p:cNvSpPr/>
          <p:nvPr/>
        </p:nvSpPr>
        <p:spPr>
          <a:xfrm>
            <a:off x="408496" y="3996630"/>
            <a:ext cx="7158164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 more information on how to run the code on different software, please refer to the readme.md file.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601</Words>
  <Application>Microsoft Office PowerPoint</Application>
  <PresentationFormat>On-screen Show (16:9)</PresentationFormat>
  <Paragraphs>109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Petrona Bold</vt:lpstr>
      <vt:lpstr>Arial</vt:lpstr>
      <vt:lpstr>Consolas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Dhanya Rajendra Sangolli</cp:lastModifiedBy>
  <cp:revision>4</cp:revision>
  <dcterms:created xsi:type="dcterms:W3CDTF">2026-06-10T02:23:33Z</dcterms:created>
  <dcterms:modified xsi:type="dcterms:W3CDTF">2026-06-10T05:27:57Z</dcterms:modified>
</cp:coreProperties>
</file>